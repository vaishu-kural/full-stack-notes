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167D3-9A1B-477F-AAB8-C6C5CAFA0560}" v="1" dt="2025-08-22T05:44:57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875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0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0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32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24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15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0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69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48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6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497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HTML Editors, Basic Structure, HTML Elements, HTML Attributes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HTML – In-Depth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(HyperText Markup Language) is the standard language used to create web pages.</a:t>
            </a:r>
          </a:p>
          <a:p>
            <a:r>
              <a:t>Developed by Tim Berners-Lee in 1991.</a:t>
            </a:r>
          </a:p>
          <a:p>
            <a:r>
              <a:t>Works with CSS and JavaScript.</a:t>
            </a:r>
          </a:p>
          <a:p>
            <a:endParaRPr/>
          </a:p>
          <a:p>
            <a:r>
              <a:t>Key Features:</a:t>
            </a:r>
          </a:p>
          <a:p>
            <a:r>
              <a:t>- Platform-independent</a:t>
            </a:r>
          </a:p>
          <a:p>
            <a:r>
              <a:t>- Multimedia support</a:t>
            </a:r>
          </a:p>
          <a:p>
            <a:r>
              <a:t>- Easy to learn</a:t>
            </a:r>
          </a:p>
          <a:p>
            <a:r>
              <a:t>- Extensible via APIs</a:t>
            </a:r>
          </a:p>
          <a:p>
            <a:endParaRPr/>
          </a:p>
          <a:p>
            <a:r>
              <a:t>HTML Versions: HTML 4.01, XHTML, HTML5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&lt;!DOCTYPE html&gt;</a:t>
            </a:r>
          </a:p>
          <a:p>
            <a:r>
              <a:t>&lt;html lang='en'&gt;</a:t>
            </a:r>
          </a:p>
          <a:p>
            <a:r>
              <a:t>&lt;head&gt;</a:t>
            </a:r>
          </a:p>
          <a:p>
            <a:r>
              <a:t>    &lt;meta charset='UTF-8'&gt;</a:t>
            </a:r>
          </a:p>
          <a:p>
            <a:r>
              <a:t>    &lt;title&gt;Introduction to HTML&lt;/title&gt;</a:t>
            </a:r>
          </a:p>
          <a:p>
            <a:r>
              <a:t>&lt;/head&gt;</a:t>
            </a:r>
          </a:p>
          <a:p>
            <a:r>
              <a:t>&lt;body&gt;</a:t>
            </a:r>
          </a:p>
          <a:p>
            <a:r>
              <a:t>    &lt;h1&gt;Welcome!&lt;/h1&gt;</a:t>
            </a:r>
          </a:p>
          <a:p>
            <a:r>
              <a:t>    &lt;p&gt;HTML makes web pages possible.&lt;/p&gt;</a:t>
            </a:r>
          </a:p>
          <a:p>
            <a:r>
              <a:t>&lt;/body&gt;</a:t>
            </a:r>
          </a:p>
          <a:p>
            <a:r>
              <a:t>&lt;/html&gt;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HTML Editors – Complete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Types of Editors:</a:t>
            </a:r>
          </a:p>
          <a:p>
            <a:r>
              <a:t>1. Plain Text – Notepad, Nano, Vim</a:t>
            </a:r>
          </a:p>
          <a:p>
            <a:r>
              <a:t>2. Code Editors – VS Code, Sublime Text, Atom</a:t>
            </a:r>
          </a:p>
          <a:p>
            <a:r>
              <a:t>3. IDE – WebStorm, Visual Studio</a:t>
            </a:r>
          </a:p>
          <a:p>
            <a:r>
              <a:t>4. Online Editors – CodePen, JSFiddle, StackBlitz</a:t>
            </a:r>
          </a:p>
          <a:p>
            <a:endParaRPr/>
          </a:p>
          <a:p>
            <a:r>
              <a:t>Best Practices:</a:t>
            </a:r>
          </a:p>
          <a:p>
            <a:r>
              <a:t>- Save with .html</a:t>
            </a:r>
          </a:p>
          <a:p>
            <a:r>
              <a:t>- Use UTF-8 encoding</a:t>
            </a:r>
          </a:p>
          <a:p>
            <a:r>
              <a:t>- Indent and format code</a:t>
            </a:r>
          </a:p>
          <a:p>
            <a:r>
              <a:t>- Use browser dev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Basic Structure of an HTML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&lt;!DOCTYPE html&gt;</a:t>
            </a:r>
          </a:p>
          <a:p>
            <a:r>
              <a:t>&lt;html lang='en'&gt;</a:t>
            </a:r>
          </a:p>
          <a:p>
            <a:r>
              <a:t>&lt;head&gt;</a:t>
            </a:r>
          </a:p>
          <a:p>
            <a:r>
              <a:t>    &lt;meta charset='UTF-8'&gt;</a:t>
            </a:r>
          </a:p>
          <a:p>
            <a:r>
              <a:t>    &lt;meta name='viewport' content='width=device-width, initial-scale=1.0'&gt;</a:t>
            </a:r>
          </a:p>
          <a:p>
            <a:r>
              <a:t>    &lt;title&gt;My First HTML Page&lt;/title&gt;</a:t>
            </a:r>
          </a:p>
          <a:p>
            <a:r>
              <a:t>&lt;/head&gt;</a:t>
            </a:r>
          </a:p>
          <a:p>
            <a:r>
              <a:t>&lt;body&gt;</a:t>
            </a:r>
          </a:p>
          <a:p>
            <a:r>
              <a:t>    &lt;h1&gt;Welcome&lt;/h1&gt;</a:t>
            </a:r>
          </a:p>
          <a:p>
            <a:r>
              <a:t>    &lt;p&gt;This is a simple web page.&lt;/p&gt;</a:t>
            </a:r>
          </a:p>
          <a:p>
            <a:r>
              <a:t>&lt;/body&gt;</a:t>
            </a:r>
          </a:p>
          <a:p>
            <a:r>
              <a:t>&lt;/html&gt;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HTML Elements – Complete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 = Start tag + Content + End tag</a:t>
            </a:r>
          </a:p>
          <a:p>
            <a:endParaRPr/>
          </a:p>
          <a:p>
            <a:r>
              <a:t>Types:</a:t>
            </a:r>
          </a:p>
          <a:p>
            <a:r>
              <a:t>- Block-level: &lt;div&gt;, &lt;p&gt;, &lt;h1&gt;-&lt;h6&gt;</a:t>
            </a:r>
          </a:p>
          <a:p>
            <a:r>
              <a:t>- Inline: &lt;span&gt;, &lt;a&gt;, &lt;strong&gt;</a:t>
            </a:r>
          </a:p>
          <a:p>
            <a:endParaRPr/>
          </a:p>
          <a:p>
            <a:r>
              <a:t>Empty Elements: &lt;br&gt;, &lt;hr&gt;, &lt;img&gt;</a:t>
            </a:r>
          </a:p>
          <a:p>
            <a:endParaRPr/>
          </a:p>
          <a:p>
            <a:r>
              <a:t>Semantic: &lt;header&gt;, &lt;article&gt;, &lt;footer&gt;</a:t>
            </a:r>
          </a:p>
          <a:p>
            <a:r>
              <a:t>Non-Semantic: &lt;div&gt;, &lt;span&gt;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Elements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&lt;header&gt;</a:t>
            </a:r>
          </a:p>
          <a:p>
            <a:r>
              <a:t>    &lt;h1&gt;Website Title&lt;/h1&gt;</a:t>
            </a:r>
          </a:p>
          <a:p>
            <a:r>
              <a:t>    &lt;nav&gt;</a:t>
            </a:r>
          </a:p>
          <a:p>
            <a:r>
              <a:t>        &lt;a href='#home'&gt;Home&lt;/a&gt;</a:t>
            </a:r>
          </a:p>
          <a:p>
            <a:r>
              <a:t>        &lt;a href='#contact'&gt;Contact&lt;/a&gt;</a:t>
            </a:r>
          </a:p>
          <a:p>
            <a:r>
              <a:t>    &lt;/nav&gt;</a:t>
            </a:r>
          </a:p>
          <a:p>
            <a:r>
              <a:t>&lt;/header&gt;</a:t>
            </a:r>
          </a:p>
          <a:p>
            <a:r>
              <a:t>&lt;article&gt;</a:t>
            </a:r>
          </a:p>
          <a:p>
            <a:r>
              <a:t>    &lt;h2&gt;Article Heading&lt;/h2&gt;</a:t>
            </a:r>
          </a:p>
          <a:p>
            <a:r>
              <a:t>    &lt;p&gt;This is an article paragraph.&lt;/p&gt;</a:t>
            </a:r>
          </a:p>
          <a:p>
            <a:r>
              <a:t>&lt;/article&gt;</a:t>
            </a:r>
          </a:p>
          <a:p>
            <a:r>
              <a:t>&lt;footer&gt;</a:t>
            </a:r>
          </a:p>
          <a:p>
            <a:r>
              <a:t>    &lt;p&gt;&amp;copy; 2025 My Website&lt;/p&gt;</a:t>
            </a:r>
          </a:p>
          <a:p>
            <a:r>
              <a:t>&lt;/footer&gt;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HTML Attributes – Detailed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Attributes provide extra information.</a:t>
            </a:r>
          </a:p>
          <a:p>
            <a:endParaRPr/>
          </a:p>
          <a:p>
            <a:r>
              <a:t>Common:</a:t>
            </a:r>
          </a:p>
          <a:p>
            <a:r>
              <a:t>- id, class, style</a:t>
            </a:r>
          </a:p>
          <a:p>
            <a:r>
              <a:t>- href, src, alt, target</a:t>
            </a:r>
          </a:p>
          <a:p>
            <a:endParaRPr/>
          </a:p>
          <a:p>
            <a:r>
              <a:t>Boolean:</a:t>
            </a:r>
          </a:p>
          <a:p>
            <a:r>
              <a:t>- checked, disabled, readonly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Attributes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&lt;a href='https://example.com' target='_blank' title='Go to Example'&gt;Visit Example&lt;/a&gt;</a:t>
            </a:r>
          </a:p>
          <a:p>
            <a:r>
              <a:t>&lt;img src='image.jpg' alt='Sample Image' width='300' height='200'&gt;</a:t>
            </a:r>
          </a:p>
          <a:p>
            <a:r>
              <a:t>&lt;div id='main' class='container' style='background-color:lightblue;'&gt;Welcome&lt;/div&gt;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Atlas</vt:lpstr>
      <vt:lpstr>Introduction to HTML</vt:lpstr>
      <vt:lpstr>1. Introduction to HTML – In-Depth</vt:lpstr>
      <vt:lpstr>HTML Example</vt:lpstr>
      <vt:lpstr>2. HTML Editors – Complete Guide</vt:lpstr>
      <vt:lpstr>3. Basic Structure of an HTML Document</vt:lpstr>
      <vt:lpstr>4. HTML Elements – Complete Breakdown</vt:lpstr>
      <vt:lpstr>HTML Elements Example</vt:lpstr>
      <vt:lpstr>5. HTML Attributes – Detailed View</vt:lpstr>
      <vt:lpstr>HTML Attributes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2025-08-22T05:45:18Z</dcterms:modified>
  <cp:category/>
</cp:coreProperties>
</file>