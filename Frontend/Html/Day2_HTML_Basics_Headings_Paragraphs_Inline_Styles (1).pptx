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m" userId="2d49181899b67dfe" providerId="LiveId" clId="{1DB3EA15-D800-4367-B358-217B14E44C30}"/>
    <pc:docChg chg="undo custSel modSld">
      <pc:chgData name="vaishnavi m" userId="2d49181899b67dfe" providerId="LiveId" clId="{1DB3EA15-D800-4367-B358-217B14E44C30}" dt="2025-08-25T06:31:35.758" v="14" actId="13926"/>
      <pc:docMkLst>
        <pc:docMk/>
      </pc:docMkLst>
      <pc:sldChg chg="modSp mod">
        <pc:chgData name="vaishnavi m" userId="2d49181899b67dfe" providerId="LiveId" clId="{1DB3EA15-D800-4367-B358-217B14E44C30}" dt="2025-08-25T06:29:59.833" v="12" actId="20577"/>
        <pc:sldMkLst>
          <pc:docMk/>
          <pc:sldMk cId="0" sldId="259"/>
        </pc:sldMkLst>
        <pc:spChg chg="mod">
          <ac:chgData name="vaishnavi m" userId="2d49181899b67dfe" providerId="LiveId" clId="{1DB3EA15-D800-4367-B358-217B14E44C30}" dt="2025-08-25T06:29:59.833" v="1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aishnavi m" userId="2d49181899b67dfe" providerId="LiveId" clId="{1DB3EA15-D800-4367-B358-217B14E44C30}" dt="2025-08-25T06:31:35.758" v="14" actId="13926"/>
        <pc:sldMkLst>
          <pc:docMk/>
          <pc:sldMk cId="0" sldId="260"/>
        </pc:sldMkLst>
        <pc:spChg chg="mod">
          <ac:chgData name="vaishnavi m" userId="2d49181899b67dfe" providerId="LiveId" clId="{1DB3EA15-D800-4367-B358-217B14E44C30}" dt="2025-08-25T06:31:35.758" v="14" actId="13926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329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1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61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89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7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0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2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4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6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HTML Basics: Headings, Paragraphs, Inline Styles, Formatting, Quotations, Comments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Detailed Definitions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Definition: Titles/subtitles used to structure content. &lt;h1&gt; to &lt;h6&gt;.</a:t>
            </a:r>
          </a:p>
          <a:p>
            <a:pPr>
              <a:defRPr sz="1800"/>
            </a:pPr>
            <a:r>
              <a:t>Example: &lt;h1&gt;Welcome to My Website&lt;/h1&gt;</a:t>
            </a:r>
          </a:p>
          <a:p>
            <a:pPr>
              <a:defRPr sz="1800"/>
            </a:pPr>
            <a:r>
              <a:t>Key Points: Use &lt;h1&gt; once; improves SEO and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Definition: Block of text created using &lt;p&gt; tag.</a:t>
            </a:r>
          </a:p>
          <a:p>
            <a:pPr>
              <a:defRPr sz="1800"/>
            </a:pPr>
            <a:r>
              <a:t>Example: &lt;p&gt;HTML is the standard markup language for web pages.&lt;/p&gt;</a:t>
            </a:r>
          </a:p>
          <a:p>
            <a:pPr>
              <a:defRPr sz="1800"/>
            </a:pPr>
            <a:r>
              <a:t>Key Points: Adds spacing; can include inline elements.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Definition: CSS applied directly using style attribute.</a:t>
            </a:r>
          </a:p>
          <a:p>
            <a:pPr>
              <a:defRPr sz="1800"/>
            </a:pPr>
            <a:r>
              <a:rPr dirty="0"/>
              <a:t>Syntax: &lt;tag style='</a:t>
            </a:r>
            <a:r>
              <a:rPr dirty="0" err="1"/>
              <a:t>property:value</a:t>
            </a:r>
            <a:r>
              <a:rPr dirty="0"/>
              <a:t>;'&gt;Content&lt;/tag&gt;</a:t>
            </a:r>
          </a:p>
          <a:p>
            <a:pPr>
              <a:defRPr sz="1800"/>
            </a:pPr>
            <a:r>
              <a:rPr dirty="0"/>
              <a:t>Example: &lt;p style='</a:t>
            </a:r>
            <a:r>
              <a:rPr dirty="0" err="1"/>
              <a:t>color:blue</a:t>
            </a:r>
            <a:r>
              <a:rPr dirty="0"/>
              <a:t>;'&gt;Blue paragraph.&lt;/p&gt;</a:t>
            </a:r>
          </a:p>
          <a:p>
            <a:pPr>
              <a:defRPr sz="1800"/>
            </a:pPr>
            <a:r>
              <a:rPr dirty="0"/>
              <a:t>Key Points: Highest priority; not recommended for large projects.</a:t>
            </a:r>
            <a:endParaRPr lang="en-US" dirty="0"/>
          </a:p>
          <a:p>
            <a:pPr>
              <a:defRPr sz="1800"/>
            </a:pPr>
            <a:r>
              <a:rPr lang="en-IN" dirty="0"/>
              <a:t>&lt;!--   --&gt;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Definition: Style text to highlight information.</a:t>
            </a:r>
          </a:p>
          <a:p>
            <a:pPr>
              <a:defRPr sz="1800"/>
            </a:pPr>
            <a:r>
              <a:rPr dirty="0"/>
              <a:t>Examples:</a:t>
            </a:r>
          </a:p>
          <a:p>
            <a:pPr>
              <a:defRPr sz="1800"/>
            </a:pPr>
            <a:r>
              <a:rPr dirty="0"/>
              <a:t>&lt;b&gt;Bold&lt;/b&gt;, &lt;</a:t>
            </a:r>
            <a:r>
              <a:rPr dirty="0" err="1"/>
              <a:t>i</a:t>
            </a:r>
            <a:r>
              <a:rPr dirty="0"/>
              <a:t>&gt;Italic&lt;/</a:t>
            </a:r>
            <a:r>
              <a:rPr dirty="0" err="1"/>
              <a:t>i</a:t>
            </a:r>
            <a:r>
              <a:rPr dirty="0"/>
              <a:t>&gt;, &lt;u&gt;Underline&lt;/u&gt;, &lt;mark&gt;Highlight&lt;/mark&gt;</a:t>
            </a:r>
          </a:p>
          <a:p>
            <a:pPr>
              <a:defRPr sz="1800"/>
            </a:pPr>
            <a:r>
              <a:rPr dirty="0"/>
              <a:t>&lt;sub&gt;Subscript&lt;/sub&gt;, &lt;sup&gt;Superscript&lt;/sup&gt;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Definition: Used to represent quoted or cited text.</a:t>
            </a:r>
          </a:p>
          <a:p>
            <a:pPr>
              <a:defRPr sz="1800"/>
            </a:pPr>
            <a:r>
              <a:rPr dirty="0"/>
              <a:t>Types:</a:t>
            </a:r>
          </a:p>
          <a:p>
            <a:pPr>
              <a:defRPr sz="1800"/>
            </a:pPr>
            <a:r>
              <a:rPr dirty="0"/>
              <a:t>&lt;q&gt;Inline quote&lt;/q&gt;, &lt;blockquote&gt;Block quote&lt;/blockquote&gt;</a:t>
            </a:r>
          </a:p>
          <a:p>
            <a:pPr>
              <a:defRPr sz="1800"/>
            </a:pPr>
            <a:r>
              <a:rPr dirty="0"/>
              <a:t>&lt;cite&gt;Source citation&lt;/cite&gt;</a:t>
            </a:r>
          </a:p>
          <a:p>
            <a:pPr>
              <a:defRPr sz="1800"/>
            </a:pPr>
            <a:r>
              <a:rPr dirty="0"/>
              <a:t>Example: Albert Einstein said, &lt;q&gt;Imagination is more important than knowledge.&lt;/q&gt;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Definition: Notes in code not displayed in browser.</a:t>
            </a:r>
          </a:p>
          <a:p>
            <a:pPr>
              <a:defRPr sz="1800"/>
            </a:pPr>
            <a:r>
              <a:t>Syntax: &lt;!-- This is a comment --&gt;</a:t>
            </a:r>
          </a:p>
          <a:p>
            <a:pPr>
              <a:defRPr sz="1800"/>
            </a:pPr>
            <a:r>
              <a:t>Example: &lt;!-- Main content starts here --&gt;</a:t>
            </a:r>
          </a:p>
          <a:p>
            <a:pPr>
              <a:defRPr sz="1800"/>
            </a:pPr>
            <a:r>
              <a:t>Use: Documentation and debugging.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300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Rockwell</vt:lpstr>
      <vt:lpstr>Wingdings</vt:lpstr>
      <vt:lpstr>Atlas</vt:lpstr>
      <vt:lpstr>HTML Basics: Headings, Paragraphs, Inline Styles, Formatting, Quotations, Comments</vt:lpstr>
      <vt:lpstr>Headings</vt:lpstr>
      <vt:lpstr>Paragraphs</vt:lpstr>
      <vt:lpstr>Inline Styles</vt:lpstr>
      <vt:lpstr>Formatting Tags</vt:lpstr>
      <vt:lpstr>Quotations</vt:lpstr>
      <vt:lpstr>Comments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m</cp:lastModifiedBy>
  <cp:revision>5</cp:revision>
  <dcterms:created xsi:type="dcterms:W3CDTF">2013-01-27T09:14:16Z</dcterms:created>
  <dcterms:modified xsi:type="dcterms:W3CDTF">2025-08-25T06:35:32Z</dcterms:modified>
  <cp:category/>
</cp:coreProperties>
</file>