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F0E83-867D-4832-8E8E-2926BE5CDFF8}" v="1" dt="2025-09-05T04:52:20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73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2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7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6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4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7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05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6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86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1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5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 Forms: Complete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Attributes, Elements, Input Types,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forms are used to collect user input and send it to a server for processing.</a:t>
            </a:r>
          </a:p>
          <a:p>
            <a:endParaRPr/>
          </a:p>
          <a:p>
            <a:r>
              <a:t>Example:</a:t>
            </a:r>
          </a:p>
          <a:p>
            <a:r>
              <a:t>&lt;form action='submit.php' method='POST'&gt;</a:t>
            </a:r>
          </a:p>
          <a:p>
            <a:r>
              <a:t>   &lt;!-- form elements --&gt;</a:t>
            </a:r>
          </a:p>
          <a:p>
            <a:r>
              <a:t>&lt;/form&gt;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&lt;form&gt; Tag and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action – Where to send data after submission.</a:t>
            </a:r>
          </a:p>
          <a:p>
            <a:r>
              <a:t>• method – GET or POST method.</a:t>
            </a:r>
          </a:p>
          <a:p>
            <a:r>
              <a:t>• enctype – Required for file uploads.</a:t>
            </a:r>
          </a:p>
          <a:p>
            <a:r>
              <a:t>• target – _blank, _self, etc.</a:t>
            </a:r>
          </a:p>
          <a:p>
            <a:r>
              <a:t>• autocomplete – Enables/Disables autofill.</a:t>
            </a:r>
          </a:p>
          <a:p>
            <a:r>
              <a:t>• novalidate – Skips validation.</a:t>
            </a:r>
          </a:p>
          <a:p>
            <a:r>
              <a:t>• name – Assigns a name to the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Form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&lt;input&gt; – Single-line input field.</a:t>
            </a:r>
          </a:p>
          <a:p>
            <a:r>
              <a:t>• &lt;textarea&gt; – Multi-line text area.</a:t>
            </a:r>
          </a:p>
          <a:p>
            <a:r>
              <a:t>• &lt;select&gt; – Drop-down list.</a:t>
            </a:r>
          </a:p>
          <a:p>
            <a:r>
              <a:t>• &lt;option&gt; – Option within a select.</a:t>
            </a:r>
          </a:p>
          <a:p>
            <a:r>
              <a:t>• &lt;button&gt; – Submit or reset button.</a:t>
            </a:r>
          </a:p>
          <a:p>
            <a:r>
              <a:t>• &lt;label&gt; – Label for form elements.</a:t>
            </a:r>
          </a:p>
          <a:p>
            <a:r>
              <a:t>• &lt;fieldset&gt; – Groups related fields.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&lt;input&gt;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– Single-line text input.</a:t>
            </a:r>
          </a:p>
          <a:p>
            <a:r>
              <a:t>• password – Hidden characters.</a:t>
            </a:r>
          </a:p>
          <a:p>
            <a:r>
              <a:t>• email – Validates email format.</a:t>
            </a:r>
          </a:p>
          <a:p>
            <a:r>
              <a:t>• number – Accepts numeric values.</a:t>
            </a:r>
          </a:p>
          <a:p>
            <a:r>
              <a:t>• radio – Select one option.</a:t>
            </a:r>
          </a:p>
          <a:p>
            <a:r>
              <a:t>• checkbox – Select multiple options.</a:t>
            </a:r>
          </a:p>
          <a:p>
            <a:r>
              <a:t>• date, time – Date and time inputs.</a:t>
            </a:r>
          </a:p>
          <a:p>
            <a:r>
              <a:t>• file – Upload files.</a:t>
            </a:r>
          </a:p>
          <a:p>
            <a:r>
              <a:t>• submit/reset – Form control buttons.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value – Default input value.</a:t>
            </a:r>
          </a:p>
          <a:p>
            <a:r>
              <a:t>• placeholder – Hint inside the field.</a:t>
            </a:r>
          </a:p>
          <a:p>
            <a:r>
              <a:t>• required – Mandatory field.</a:t>
            </a:r>
          </a:p>
          <a:p>
            <a:r>
              <a:t>• readonly – Non-editable field.</a:t>
            </a:r>
          </a:p>
          <a:p>
            <a:r>
              <a:t>• disabled – Disabled field.</a:t>
            </a:r>
          </a:p>
          <a:p>
            <a:r>
              <a:t>• maxlength – Character limit.</a:t>
            </a:r>
          </a:p>
          <a:p>
            <a:r>
              <a:t>• min/max – Range for numbers or dates.</a:t>
            </a:r>
          </a:p>
          <a:p>
            <a:r>
              <a:t>• pattern – Regex validation.</a:t>
            </a:r>
          </a:p>
          <a:p>
            <a:r>
              <a:t>• step – Increment steps for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Form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– Connects input to a specific form.</a:t>
            </a:r>
          </a:p>
          <a:p>
            <a:r>
              <a:t>• formaction – Overrides form action.</a:t>
            </a:r>
          </a:p>
          <a:p>
            <a:r>
              <a:t>• formenctype – Sets encoding type.</a:t>
            </a:r>
          </a:p>
          <a:p>
            <a:r>
              <a:t>• formmethod – Overrides form method.</a:t>
            </a:r>
          </a:p>
          <a:p>
            <a:r>
              <a:t>• formtarget – Opens result in new tab/window.</a:t>
            </a:r>
          </a:p>
          <a:p>
            <a:r>
              <a:t>• formnovalidate – Skips validation for that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Form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&lt;form action='submit.php' method='POST' enctype='multipart/form-data'&gt;</a:t>
            </a:r>
          </a:p>
          <a:p>
            <a:r>
              <a:t>   &lt;label&gt;Full Name:&lt;/label&gt;&lt;input type='text' required&gt;&lt;br&gt;</a:t>
            </a:r>
          </a:p>
          <a:p>
            <a:r>
              <a:t>   &lt;label&gt;Email:&lt;/label&gt;&lt;input type='email' required&gt;&lt;br&gt;</a:t>
            </a:r>
          </a:p>
          <a:p>
            <a:r>
              <a:t>   &lt;label&gt;Password:&lt;/label&gt;&lt;input type='password' required&gt;&lt;br&gt;</a:t>
            </a:r>
          </a:p>
          <a:p>
            <a:r>
              <a:t>   &lt;input type='submit' value='Register'&gt;</a:t>
            </a:r>
          </a:p>
          <a:p>
            <a:r>
              <a:t>&lt;/form&gt;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login form with email and password fields.</a:t>
            </a:r>
          </a:p>
          <a:p>
            <a:r>
              <a:t>2. Build a survey form with name, age, and feedback.</a:t>
            </a:r>
          </a:p>
          <a:p>
            <a:r>
              <a:t>3. Design a registration form with file upload.</a:t>
            </a:r>
          </a:p>
          <a:p>
            <a:r>
              <a:t>4. Create a form with formaction overriding default action.</a:t>
            </a:r>
          </a:p>
          <a:p>
            <a:r>
              <a:t>5. Build a form with phone validation using pattern attribute.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 forms are essential for collecting user input.</a:t>
            </a:r>
          </a:p>
          <a:p>
            <a:r>
              <a:t>• &lt;form&gt; attributes control submission behavior.</a:t>
            </a:r>
          </a:p>
          <a:p>
            <a:r>
              <a:t>• Input types define data formats.</a:t>
            </a:r>
          </a:p>
          <a:p>
            <a:r>
              <a:t>• Attributes like required, placeholder enhance usability.</a:t>
            </a:r>
          </a:p>
          <a:p>
            <a:r>
              <a:t>• Practice building different forms to master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Atlas</vt:lpstr>
      <vt:lpstr>HTML Forms: Complete Guide</vt:lpstr>
      <vt:lpstr>Introduction to HTML Forms</vt:lpstr>
      <vt:lpstr>&lt;form&gt; Tag and Attributes</vt:lpstr>
      <vt:lpstr>Common Form Elements</vt:lpstr>
      <vt:lpstr>&lt;input&gt; Types</vt:lpstr>
      <vt:lpstr>Input Attributes</vt:lpstr>
      <vt:lpstr>Input Form Attributes</vt:lpstr>
      <vt:lpstr>Complete Form Example</vt:lpstr>
      <vt:lpstr>Practice Questions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2025-09-05T04:52:57Z</dcterms:modified>
  <cp:category/>
</cp:coreProperties>
</file>