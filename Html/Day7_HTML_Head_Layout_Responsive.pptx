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79705-9C35-4F63-B236-3C536B2EC133}" v="1" dt="2025-09-03T05:12:17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126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63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29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00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31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2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108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9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25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9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09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03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HTML Head Section, Layout Tags, and Responsive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explanation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Head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&lt;head&gt; element contains metadata and resources.</a:t>
            </a:r>
          </a:p>
          <a:p>
            <a:r>
              <a:t>Does not directly display content on the page.</a:t>
            </a:r>
          </a:p>
          <a:p>
            <a:r>
              <a:t>Includes meta, link, and script tags.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Provides information about the document.</a:t>
            </a:r>
          </a:p>
          <a:p>
            <a:r>
              <a:t>Examples: charset, description, keywords, author, viewport.</a:t>
            </a:r>
          </a:p>
          <a:p>
            <a:r>
              <a:t>&lt;meta charset='UTF-8'&gt;</a:t>
            </a:r>
          </a:p>
          <a:p>
            <a:r>
              <a:t>&lt;meta name='viewport' content='width=device-width, initial-scale=1.0'&gt;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Connects external resources to the HTML document.</a:t>
            </a:r>
          </a:p>
          <a:p>
            <a:r>
              <a:t>Examples:</a:t>
            </a:r>
          </a:p>
          <a:p>
            <a:r>
              <a:t>CSS file: &lt;link rel='stylesheet' href='styles.css'&gt;</a:t>
            </a:r>
          </a:p>
          <a:p>
            <a:r>
              <a:t>Favicon: &lt;link rel='icon' href='favicon.png'&gt;</a:t>
            </a:r>
          </a:p>
          <a:p>
            <a:r>
              <a:t>Google Fonts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to add JavaScript to a webpage.</a:t>
            </a:r>
          </a:p>
          <a:p>
            <a:r>
              <a:t>Internal JS: &lt;script&gt; alert('Hello!'); &lt;/script&gt;</a:t>
            </a:r>
          </a:p>
          <a:p>
            <a:r>
              <a:t>External JS: &lt;script src='script.js'&gt;&lt;/script&gt;</a:t>
            </a:r>
          </a:p>
          <a:p>
            <a:r>
              <a:t>Place scripts at bottom of body for faster loading.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HTML5 introduced semantic tags for better structure.</a:t>
            </a:r>
          </a:p>
          <a:p>
            <a:r>
              <a:t>Examples: &lt;header&gt;, &lt;nav&gt;, &lt;section&gt;, &lt;article&gt;, &lt;aside&gt;, &lt;main&gt;, &lt;footer&gt;.</a:t>
            </a:r>
          </a:p>
          <a:p>
            <a:r>
              <a:t>These help search engines and accessibility tools understand the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Responsive design adjusts layout for different screen sizes.</a:t>
            </a:r>
          </a:p>
          <a:p>
            <a:r>
              <a:t>Essential meta tag: &lt;meta name='viewport' content='width=device-width, initial-scale=1.0'&gt;</a:t>
            </a:r>
          </a:p>
          <a:p>
            <a:r>
              <a:t>Techniques: Media Queries, Flexible Grids, Responsive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Query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@media (max-width: 600px) {</a:t>
            </a:r>
          </a:p>
          <a:p>
            <a:r>
              <a:t>  body { background-color: lightblue; }</a:t>
            </a:r>
          </a:p>
          <a:p>
            <a:r>
              <a:t>}</a:t>
            </a:r>
          </a:p>
          <a:p>
            <a:r>
              <a:t>This applies styles only when screen width is 600px or smaller.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Head Section: Metadata, CSS links, JS scripts.</a:t>
            </a:r>
          </a:p>
          <a:p>
            <a:r>
              <a:t>Layout Tags: Semantic structure for better clarity.</a:t>
            </a:r>
          </a:p>
          <a:p>
            <a:r>
              <a:t>Responsive Basics: Viewport meta tag, media queries, flexible layouts.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Atlas</vt:lpstr>
      <vt:lpstr>HTML Head Section, Layout Tags, and Responsive Basics</vt:lpstr>
      <vt:lpstr>HTML Head Section</vt:lpstr>
      <vt:lpstr>Meta Tag</vt:lpstr>
      <vt:lpstr>Link Tag</vt:lpstr>
      <vt:lpstr>Script Tag</vt:lpstr>
      <vt:lpstr>Layout Tags</vt:lpstr>
      <vt:lpstr>Responsive Basics</vt:lpstr>
      <vt:lpstr>Media Query Example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2025-09-03T05:12:33Z</dcterms:modified>
  <cp:category/>
</cp:coreProperties>
</file>