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4C2B3-7307-4F5E-85B4-DC4EC7951FFB}" v="1" dt="2025-08-30T10:51:23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028701"/>
            <a:ext cx="6858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333" spc="1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824377"/>
            <a:ext cx="6858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133" b="1" cap="all" spc="800" baseline="0"/>
            </a:lvl1pPr>
            <a:lvl2pPr marL="609585" indent="0" algn="ctr">
              <a:buNone/>
              <a:defRPr sz="2133"/>
            </a:lvl2pPr>
            <a:lvl3pPr marL="1219170" indent="0" algn="ctr">
              <a:buNone/>
              <a:defRPr sz="2133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25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793080"/>
            <a:ext cx="7680677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1" y="2114940"/>
            <a:ext cx="7680677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64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8" y="1709739"/>
            <a:ext cx="7474889" cy="2852737"/>
          </a:xfrm>
        </p:spPr>
        <p:txBody>
          <a:bodyPr anchor="b">
            <a:normAutofit/>
          </a:bodyPr>
          <a:lstStyle>
            <a:lvl1pPr>
              <a:defRPr sz="5867" spc="1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5698" y="4976328"/>
            <a:ext cx="7474890" cy="1113323"/>
          </a:xfrm>
        </p:spPr>
        <p:txBody>
          <a:bodyPr>
            <a:normAutofit/>
          </a:bodyPr>
          <a:lstStyle>
            <a:lvl1pPr marL="0" indent="0">
              <a:buNone/>
              <a:defRPr sz="1600" spc="8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41" y="457200"/>
            <a:ext cx="7732309" cy="1233488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3040" y="1996141"/>
            <a:ext cx="373181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996141"/>
            <a:ext cx="38862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29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67" y="457200"/>
            <a:ext cx="7490174" cy="1233488"/>
          </a:xfrm>
        </p:spPr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6368" y="1681163"/>
            <a:ext cx="3471814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6368" y="2505075"/>
            <a:ext cx="3471814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8612" y="1681163"/>
            <a:ext cx="3757929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8611" y="2505075"/>
            <a:ext cx="375793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94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57200"/>
            <a:ext cx="7486649" cy="1233488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663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37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67" y="457200"/>
            <a:ext cx="2949178" cy="192143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6098" y="987426"/>
            <a:ext cx="4280443" cy="4873625"/>
          </a:xfrm>
        </p:spPr>
        <p:txBody>
          <a:bodyPr>
            <a:normAutofit/>
          </a:bodyPr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067" y="2799185"/>
            <a:ext cx="2949178" cy="306980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81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225" y="681135"/>
            <a:ext cx="2949178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376057" y="858417"/>
            <a:ext cx="4140484" cy="5002634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4225" y="2281335"/>
            <a:ext cx="2949178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91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97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457200"/>
            <a:ext cx="1971675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457200"/>
            <a:ext cx="5800725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82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800"/>
            <a:ext cx="9144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3028950" y="6400799"/>
            <a:ext cx="6115049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361666"/>
            <a:ext cx="7357782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286001"/>
            <a:ext cx="7357782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32583" y="6409170"/>
            <a:ext cx="2776794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 cap="all" spc="4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85951" y="1969367"/>
            <a:ext cx="41148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2259" y="6408742"/>
            <a:ext cx="328989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703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8" userDrawn="1">
          <p15:clr>
            <a:srgbClr val="F26B43"/>
          </p15:clr>
        </p15:guide>
        <p15:guide id="4" pos="216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6" pos="5544" userDrawn="1">
          <p15:clr>
            <a:srgbClr val="F26B43"/>
          </p15:clr>
        </p15:guide>
        <p15:guide id="7" pos="3834" userDrawn="1">
          <p15:clr>
            <a:srgbClr val="F26B43"/>
          </p15:clr>
        </p15:guide>
        <p15:guide id="8" pos="1908" userDrawn="1">
          <p15:clr>
            <a:srgbClr val="F26B43"/>
          </p15:clr>
        </p15:guide>
        <p15:guide id="9" pos="648" userDrawn="1">
          <p15:clr>
            <a:srgbClr val="F26B43"/>
          </p15:clr>
        </p15:guide>
        <p15:guide id="10" orient="horz" pos="648" userDrawn="1">
          <p15:clr>
            <a:srgbClr val="F26B43"/>
          </p15:clr>
        </p15:guide>
        <p15:guide id="11" pos="51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1 - Introduction to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Stack Development &amp; JavaScript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Stack Development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Full Stack Development is designing &amp; building frontend + backend.</a:t>
            </a:r>
          </a:p>
          <a:p>
            <a:r>
              <a:t>Frontend (HTML, CSS, JS, React, Angular, Vue) → UI &amp; interactivity</a:t>
            </a:r>
          </a:p>
          <a:p>
            <a:r>
              <a:t>Backend (Node.js, Express, Django, Flask) → Logic, APIs, DB communication</a:t>
            </a:r>
          </a:p>
          <a:p>
            <a:r>
              <a:t>Databases: SQL (MySQL, PostgreSQL), NoSQL (MongoDB)</a:t>
            </a:r>
          </a:p>
          <a:p>
            <a:r>
              <a:t>Full Stack Developer works on UI + Server + DB, can deploy apps.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JavaScript = High-level, lightweight, interpreted language.</a:t>
            </a:r>
          </a:p>
          <a:p>
            <a:r>
              <a:t>Adds interactivity to websites.</a:t>
            </a:r>
          </a:p>
          <a:p>
            <a:r>
              <a:t>Uses: Validation, dynamic updates, animations, API calls.</a:t>
            </a:r>
          </a:p>
          <a:p>
            <a:r>
              <a:t>Runs in browsers (Chrome, Firefox) &amp; servers (Node.js).</a:t>
            </a:r>
          </a:p>
          <a:p>
            <a:r>
              <a:t>Example: alert('Welcome to JavaScript!');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Where 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Ways to include JS in HTML:</a:t>
            </a:r>
          </a:p>
          <a:p>
            <a:r>
              <a:t>1. Inline → &lt;button onclick='alert(...)'&gt;</a:t>
            </a:r>
          </a:p>
          <a:p>
            <a:r>
              <a:t>2. Internal → inside &lt;script&gt; tag</a:t>
            </a:r>
          </a:p>
          <a:p>
            <a:r>
              <a:t>3. External → separate .js file linked in 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Output methods: document.write(), innerHTML, alert(), console.log()</a:t>
            </a:r>
          </a:p>
          <a:p>
            <a:r>
              <a:t>Example shows changing content &amp; displaying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Statements = commands executed by browser.</a:t>
            </a:r>
          </a:p>
          <a:p>
            <a:r>
              <a:t>Programs = multiple statements, end with ;</a:t>
            </a:r>
          </a:p>
          <a:p>
            <a:r>
              <a:t>Example: let a=5; let b=10; let sum=a+b; console.log(sum);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Rules of writing code, case-sensitive.</a:t>
            </a:r>
          </a:p>
          <a:p>
            <a:r>
              <a:t>Includes keywords, variables, operators, literals.</a:t>
            </a:r>
          </a:p>
          <a:p>
            <a:r>
              <a:t>Example: let name='Jeeva'; let age=22; let isStudent=true;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readability &amp; documentation.</a:t>
            </a:r>
          </a:p>
          <a:p>
            <a:r>
              <a:t>Single-line: // comment</a:t>
            </a:r>
          </a:p>
          <a:p>
            <a:r>
              <a:t>Multi-line: /* comment */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Lightweight, interpreted, cross-platform.</a:t>
            </a:r>
          </a:p>
          <a:p>
            <a:r>
              <a:t>Object-oriented, event-driven.</a:t>
            </a:r>
          </a:p>
          <a:p>
            <a:r>
              <a:t>Supports async (Promises, async/await).</a:t>
            </a:r>
          </a:p>
          <a:p>
            <a:r>
              <a:t>Works with HTML &amp; CSS for web apps.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 inside &lt;script&gt; or in external .js file.</a:t>
            </a:r>
          </a:p>
          <a:p>
            <a:r>
              <a:t>Best practice → keep external for reusability.</a:t>
            </a:r>
          </a:p>
          <a:p>
            <a:r>
              <a:t>Example changes HTML content dynamically.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= instructions for computers.</a:t>
            </a:r>
          </a:p>
          <a:p>
            <a:r>
              <a:t>Low-level → Assembly, Machine code.</a:t>
            </a:r>
          </a:p>
          <a:p>
            <a:r>
              <a:t>High-level → JavaScript, Python, Java.</a:t>
            </a:r>
          </a:p>
          <a:p>
            <a:r>
              <a:t>JavaScript = High-level, dynamic, interpreted.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Reserved words, cannot be variable names.</a:t>
            </a:r>
          </a:p>
          <a:p>
            <a:r>
              <a:t>Examples: var, let, const, if, else, for, while, function, return, class.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Variables: Redeclare &amp; Reinitialize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 → can redeclare &amp; reinit.</a:t>
            </a:r>
          </a:p>
          <a:p>
            <a:r>
              <a:t>let → cannot redeclare in scope, but can reinit.</a:t>
            </a:r>
          </a:p>
          <a:p>
            <a:r>
              <a:t>const → cannot redeclare or reinit.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Primitive: String, Number, Boolean, Null, Undefined, BigInt, Symbol</a:t>
            </a:r>
          </a:p>
          <a:p>
            <a:r>
              <a:t>Non-Primitive: Object, Array, Function</a:t>
            </a:r>
          </a:p>
          <a:p>
            <a:r>
              <a:t>Examples included with typeof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GradientRiseVTI</vt:lpstr>
      <vt:lpstr>Day 1 - Introduction to JavaScript</vt:lpstr>
      <vt:lpstr>Full Stack Development Overview</vt:lpstr>
      <vt:lpstr>JavaScript Introduction</vt:lpstr>
      <vt:lpstr>JavaScript Where To</vt:lpstr>
      <vt:lpstr>JavaScript Output</vt:lpstr>
      <vt:lpstr>JavaScript Statements</vt:lpstr>
      <vt:lpstr>JavaScript Syntax</vt:lpstr>
      <vt:lpstr>JavaScript Comments</vt:lpstr>
      <vt:lpstr>JavaScript Features</vt:lpstr>
      <vt:lpstr>JavaScript in HTML</vt:lpstr>
      <vt:lpstr>Programming Languages</vt:lpstr>
      <vt:lpstr>JavaScript Keywords</vt:lpstr>
      <vt:lpstr>Variables: Redeclare &amp; Reinitialize</vt:lpstr>
      <vt:lpstr>JavaScript Data Types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2025-08-30T10:52:04Z</dcterms:modified>
  <cp:category/>
</cp:coreProperties>
</file>