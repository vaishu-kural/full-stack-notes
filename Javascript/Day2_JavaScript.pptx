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68E450-C99B-480C-9720-38B728746A8B}" v="1" dt="2025-08-30T10:57:04.5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028701"/>
            <a:ext cx="6858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333" spc="1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824377"/>
            <a:ext cx="6858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133" b="1" cap="all" spc="800" baseline="0"/>
            </a:lvl1pPr>
            <a:lvl2pPr marL="609585" indent="0" algn="ctr">
              <a:buNone/>
              <a:defRPr sz="2133"/>
            </a:lvl2pPr>
            <a:lvl3pPr marL="1219170" indent="0" algn="ctr">
              <a:buNone/>
              <a:defRPr sz="2133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793080"/>
            <a:ext cx="7680677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1" y="2114940"/>
            <a:ext cx="7680677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8" y="1709739"/>
            <a:ext cx="7474889" cy="2852737"/>
          </a:xfrm>
        </p:spPr>
        <p:txBody>
          <a:bodyPr anchor="b">
            <a:normAutofit/>
          </a:bodyPr>
          <a:lstStyle>
            <a:lvl1pPr>
              <a:defRPr sz="5867" spc="1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698" y="4976328"/>
            <a:ext cx="7474890" cy="1113323"/>
          </a:xfrm>
        </p:spPr>
        <p:txBody>
          <a:bodyPr>
            <a:normAutofit/>
          </a:bodyPr>
          <a:lstStyle>
            <a:lvl1pPr marL="0" indent="0">
              <a:buNone/>
              <a:defRPr sz="1600" spc="8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4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1" y="457200"/>
            <a:ext cx="7732309" cy="1233488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3040" y="1996141"/>
            <a:ext cx="373181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996141"/>
            <a:ext cx="38862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2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67" y="457200"/>
            <a:ext cx="7490174" cy="1233488"/>
          </a:xfr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368" y="1681163"/>
            <a:ext cx="3471814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6368" y="2505075"/>
            <a:ext cx="3471814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8612" y="1681163"/>
            <a:ext cx="3757929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8611" y="2505075"/>
            <a:ext cx="375793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33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57200"/>
            <a:ext cx="7486649" cy="1233488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13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8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67" y="457200"/>
            <a:ext cx="2949178" cy="192143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098" y="987426"/>
            <a:ext cx="4280443" cy="4873625"/>
          </a:xfrm>
        </p:spPr>
        <p:txBody>
          <a:bodyPr>
            <a:normAutofit/>
          </a:bodyPr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067" y="2799185"/>
            <a:ext cx="2949178" cy="306980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7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225" y="681135"/>
            <a:ext cx="2949178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376057" y="858417"/>
            <a:ext cx="4140484" cy="500263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4225" y="2281335"/>
            <a:ext cx="2949178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12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58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71675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457200"/>
            <a:ext cx="5800725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69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800"/>
            <a:ext cx="9144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3028950" y="6400799"/>
            <a:ext cx="6115049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61666"/>
            <a:ext cx="7357782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286001"/>
            <a:ext cx="7357782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32583" y="6409170"/>
            <a:ext cx="2776794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 cap="all" spc="4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85951" y="1969367"/>
            <a:ext cx="41148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2259" y="6408742"/>
            <a:ext cx="328989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65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pos="5544" userDrawn="1">
          <p15:clr>
            <a:srgbClr val="F26B43"/>
          </p15:clr>
        </p15:guide>
        <p15:guide id="7" pos="3834" userDrawn="1">
          <p15:clr>
            <a:srgbClr val="F26B43"/>
          </p15:clr>
        </p15:guide>
        <p15:guide id="8" pos="1908" userDrawn="1">
          <p15:clr>
            <a:srgbClr val="F26B43"/>
          </p15:clr>
        </p15:guide>
        <p15:guide id="9" pos="648" userDrawn="1">
          <p15:clr>
            <a:srgbClr val="F26B43"/>
          </p15:clr>
        </p15:guide>
        <p15:guide id="10" orient="horz" pos="648" userDrawn="1">
          <p15:clr>
            <a:srgbClr val="F26B43"/>
          </p15:clr>
        </p15:guide>
        <p15:guide id="11" pos="51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2 -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Operators, Strings &amp; Type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&amp; Pre Increment/Decrement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++x: Pre-increment → increments before use</a:t>
            </a:r>
          </a:p>
          <a:p>
            <a:r>
              <a:t>--x: Pre-decrement → decrements before use</a:t>
            </a:r>
          </a:p>
          <a:p>
            <a:r>
              <a:t>x++: Post-increment → increments after use</a:t>
            </a:r>
          </a:p>
          <a:p>
            <a:r>
              <a:t>x--: Post-decrement → decrements after use</a:t>
            </a:r>
          </a:p>
          <a:p>
            <a:r>
              <a:t>Example: let x=5; let y=++x; → x=6, y=6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(=) → x=5</a:t>
            </a:r>
          </a:p>
          <a:p>
            <a:r>
              <a:t>Add &amp; assign (+=) → x+=5</a:t>
            </a:r>
          </a:p>
          <a:p>
            <a:r>
              <a:t>Subtract &amp; assign (-=) → x-=5</a:t>
            </a:r>
          </a:p>
          <a:p>
            <a:r>
              <a:t>Multiply &amp; assign (*=) → x*=5</a:t>
            </a:r>
          </a:p>
          <a:p>
            <a:r>
              <a:t>Divide &amp; assign (/=) → x/=5</a:t>
            </a:r>
          </a:p>
          <a:p>
            <a:r>
              <a:t>Modulus &amp; assign (%=) → x%=5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&amp;&amp; → AND (true if both true)</a:t>
            </a:r>
          </a:p>
          <a:p>
            <a:r>
              <a:t>|| → OR (true if at least one true)</a:t>
            </a:r>
          </a:p>
          <a:p>
            <a:r>
              <a:t>! → NOT (inverts value)</a:t>
            </a:r>
          </a:p>
          <a:p>
            <a:r>
              <a:t>Example: a=true, b=false → a&amp;&amp;b=false, a||b=true, !a=false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Concatenate &amp; Template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Concatenation: 'Hello' + 'World' → 'Hello World'</a:t>
            </a:r>
          </a:p>
          <a:p>
            <a:r>
              <a:t>Template String: Uses backticks ``</a:t>
            </a:r>
          </a:p>
          <a:p>
            <a:r>
              <a:t>Supports interpolation ${variable}</a:t>
            </a:r>
          </a:p>
          <a:p>
            <a:r>
              <a:t>Can span multiple lines</a:t>
            </a:r>
          </a:p>
          <a:p>
            <a:r>
              <a:t>Example: `Hello ${name}, you are ${age} years old.`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→ Number: Number('123') → 123</a:t>
            </a:r>
          </a:p>
          <a:p>
            <a:r>
              <a:t>Number → String: String(456) → '456'</a:t>
            </a:r>
          </a:p>
          <a:p>
            <a:r>
              <a:t>Boolean Conversion: Boolean(0)=false, Boolean('hello')=true</a:t>
            </a:r>
          </a:p>
          <a:p>
            <a:r>
              <a:t>Automatic (Type Coercion):</a:t>
            </a:r>
          </a:p>
          <a:p>
            <a:r>
              <a:t>'5' - 2 → 3 (string → number)</a:t>
            </a:r>
          </a:p>
          <a:p>
            <a:r>
              <a:t>'5' + 2 → '52' (number → string)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GradientRiseVTI</vt:lpstr>
      <vt:lpstr>Day 2 - JavaScript</vt:lpstr>
      <vt:lpstr>Post &amp; Pre Increment/Decrement Operators</vt:lpstr>
      <vt:lpstr>Assignment Operators</vt:lpstr>
      <vt:lpstr>Logical Operators</vt:lpstr>
      <vt:lpstr>Concatenate &amp; Template String</vt:lpstr>
      <vt:lpstr>Type Conversion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2025-08-30T10:57:13Z</dcterms:modified>
  <cp:category/>
</cp:coreProperties>
</file>