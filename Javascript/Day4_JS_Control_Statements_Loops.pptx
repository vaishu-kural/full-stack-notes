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CD783D-B158-47A3-805C-FB873C158D7D}" v="1" dt="2025-09-03T05:18:34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96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93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9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6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09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5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2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58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2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4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9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Control Statements &amp;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Guide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Statements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Control statements determine the flow of execution.</a:t>
            </a:r>
          </a:p>
          <a:p>
            <a:pPr>
              <a:defRPr sz="1800"/>
            </a:pPr>
            <a:r>
              <a:t>Types:</a:t>
            </a:r>
          </a:p>
          <a:p>
            <a:pPr>
              <a:defRPr sz="1800"/>
            </a:pPr>
            <a:r>
              <a:t>- Conditional: if, if-else, switch</a:t>
            </a:r>
          </a:p>
          <a:p>
            <a:pPr>
              <a:defRPr sz="1800"/>
            </a:pPr>
            <a:r>
              <a:t>- Looping: for, while, do-while, for-in, for-of</a:t>
            </a:r>
          </a:p>
          <a:p>
            <a:pPr>
              <a:defRPr sz="1800"/>
            </a:pPr>
            <a:r>
              <a:t>- Jump: break, continue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and if-else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if: Executes code only if condition is true.</a:t>
            </a:r>
          </a:p>
          <a:p>
            <a:pPr>
              <a:defRPr sz="1800"/>
            </a:pPr>
            <a:r>
              <a:t>Example: if (age &gt;= 18) { console.log('Eligible to vote'); }</a:t>
            </a:r>
          </a:p>
          <a:p>
            <a:pPr>
              <a:defRPr sz="1800"/>
            </a:pPr>
            <a:r>
              <a:t>if-else: Executes one block if true, another if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if-else-if and 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if-else-if: Checks multiple conditions sequentially.</a:t>
            </a:r>
          </a:p>
          <a:p>
            <a:pPr>
              <a:defRPr sz="1800"/>
            </a:pPr>
            <a:r>
              <a:t>Example: Grade system based on score.</a:t>
            </a:r>
          </a:p>
          <a:p>
            <a:pPr>
              <a:defRPr sz="1800"/>
            </a:pPr>
            <a:r>
              <a:t>Nested if: if statement inside another if.</a:t>
            </a:r>
          </a:p>
          <a:p>
            <a:pPr>
              <a:defRPr sz="1800"/>
            </a:pPr>
            <a:r>
              <a:t>Example: Login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Used for multiple fixed options.</a:t>
            </a:r>
          </a:p>
          <a:p>
            <a:pPr>
              <a:defRPr sz="1800"/>
            </a:pPr>
            <a:r>
              <a:t>Syntax: switch(expression) { case value1: ... break; ... }</a:t>
            </a:r>
          </a:p>
          <a:p>
            <a:pPr>
              <a:defRPr sz="1800"/>
            </a:pPr>
            <a:r>
              <a:t>Always use 'break' to avoid fall-through.</a:t>
            </a:r>
          </a:p>
          <a:p>
            <a:pPr>
              <a:defRPr sz="1800"/>
            </a:pPr>
            <a:r>
              <a:t>Example: Days of the week, vowel checker.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Loops are used to repeat code multiple times.</a:t>
            </a:r>
          </a:p>
          <a:p>
            <a:pPr>
              <a:defRPr sz="1800"/>
            </a:pPr>
            <a:r>
              <a:t>Types:</a:t>
            </a:r>
          </a:p>
          <a:p>
            <a:pPr>
              <a:defRPr sz="1800"/>
            </a:pPr>
            <a:r>
              <a:t>- for: Known number of iterations.</a:t>
            </a:r>
          </a:p>
          <a:p>
            <a:pPr>
              <a:defRPr sz="1800"/>
            </a:pPr>
            <a:r>
              <a:t>- while: Condition checked before execution.</a:t>
            </a:r>
          </a:p>
          <a:p>
            <a:pPr>
              <a:defRPr sz="1800"/>
            </a:pPr>
            <a:r>
              <a:t>- do-while: Executes at least once.</a:t>
            </a:r>
          </a:p>
          <a:p>
            <a:pPr>
              <a:defRPr sz="1800"/>
            </a:pPr>
            <a:r>
              <a:t>- for-in: Iterate over object properties.</a:t>
            </a:r>
          </a:p>
          <a:p>
            <a:pPr>
              <a:defRPr sz="1800"/>
            </a:pPr>
            <a:r>
              <a:t>- for-of: Iterate over arrays or iterables.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Condition checked first, then body executes.</a:t>
            </a:r>
          </a:p>
          <a:p>
            <a:pPr>
              <a:defRPr sz="1800"/>
            </a:pPr>
            <a:r>
              <a:t>Example: Counting numbers from 1 to 5.</a:t>
            </a:r>
          </a:p>
          <a:p>
            <a:pPr>
              <a:defRPr sz="1800"/>
            </a:pPr>
            <a:r>
              <a:t>Example: Sum of digits of a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Executes body first, checks condition after.</a:t>
            </a:r>
          </a:p>
          <a:p>
            <a:pPr>
              <a:defRPr sz="1800"/>
            </a:pPr>
            <a:r>
              <a:t>Runs at least once even if condition is false.</a:t>
            </a:r>
          </a:p>
          <a:p>
            <a:pPr>
              <a:defRPr sz="1800"/>
            </a:pPr>
            <a:r>
              <a:t>Example: Menu-based program.</a:t>
            </a:r>
          </a:p>
          <a:p>
            <a:pPr>
              <a:defRPr sz="1800"/>
            </a:pPr>
            <a:r>
              <a:t>Example: Simple counter.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break: Exit loop immediately.</a:t>
            </a:r>
          </a:p>
          <a:p>
            <a:pPr>
              <a:defRPr sz="1800"/>
            </a:pPr>
            <a:r>
              <a:t>Example: Stop loop when i = 5.</a:t>
            </a:r>
          </a:p>
          <a:p>
            <a:pPr>
              <a:defRPr sz="1800"/>
            </a:pPr>
            <a:r>
              <a:t>continue: Skip current iteration and continue.</a:t>
            </a:r>
          </a:p>
          <a:p>
            <a:pPr>
              <a:defRPr sz="1800"/>
            </a:pPr>
            <a:r>
              <a:t>Example: Skip printing when i =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vs Do-While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While: Condition checked BEFORE body execution.</a:t>
            </a:r>
          </a:p>
          <a:p>
            <a:pPr>
              <a:defRPr sz="1800"/>
            </a:pPr>
            <a:r>
              <a:t>Do-While: Condition checked AFTER body execution.</a:t>
            </a:r>
          </a:p>
          <a:p>
            <a:pPr>
              <a:defRPr sz="1800"/>
            </a:pPr>
            <a:r>
              <a:t>While may not run, Do-While runs at least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Browser:</a:t>
            </a:r>
          </a:p>
          <a:p>
            <a:pPr>
              <a:defRPr sz="1800"/>
            </a:pPr>
            <a:r>
              <a:t>- prompt(): Quick pop-up input.</a:t>
            </a:r>
          </a:p>
          <a:p>
            <a:pPr>
              <a:defRPr sz="1800"/>
            </a:pPr>
            <a:r>
              <a:t>- HTML Form + JS: For web applications.</a:t>
            </a:r>
          </a:p>
          <a:p>
            <a:pPr>
              <a:defRPr sz="1800"/>
            </a:pPr>
            <a:r>
              <a:t>Node.js:</a:t>
            </a:r>
          </a:p>
          <a:p>
            <a:pPr>
              <a:defRPr sz="1800"/>
            </a:pPr>
            <a:r>
              <a:t>- readline module for console input.</a:t>
            </a:r>
          </a:p>
          <a:p>
            <a:pPr>
              <a:defRPr sz="1800"/>
            </a:pPr>
            <a:r>
              <a:t>- prompt-sync library for easy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if: Single condition.</a:t>
            </a:r>
          </a:p>
          <a:p>
            <a:pPr>
              <a:defRPr sz="1800"/>
            </a:pPr>
            <a:r>
              <a:t>if-else: Two-way decision.</a:t>
            </a:r>
          </a:p>
          <a:p>
            <a:pPr>
              <a:defRPr sz="1800"/>
            </a:pPr>
            <a:r>
              <a:t>switch: Multi-way branching.</a:t>
            </a:r>
          </a:p>
          <a:p>
            <a:pPr>
              <a:defRPr sz="1800"/>
            </a:pPr>
            <a:r>
              <a:t>while: Repeat while condition true.</a:t>
            </a:r>
          </a:p>
          <a:p>
            <a:pPr>
              <a:defRPr sz="1800"/>
            </a:pPr>
            <a:r>
              <a:t>do-while: Run at least once.</a:t>
            </a:r>
          </a:p>
          <a:p>
            <a:pPr>
              <a:defRPr sz="1800"/>
            </a:pPr>
            <a:r>
              <a:t>break: Exit loop.</a:t>
            </a:r>
          </a:p>
          <a:p>
            <a:pPr>
              <a:defRPr sz="1800"/>
            </a:pPr>
            <a:r>
              <a:t>continue: Skip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Atlas</vt:lpstr>
      <vt:lpstr>JavaScript Control Statements &amp; Loops</vt:lpstr>
      <vt:lpstr>Control Statements in JavaScript</vt:lpstr>
      <vt:lpstr>if and if-else Statements</vt:lpstr>
      <vt:lpstr>if-else-if and Nested if</vt:lpstr>
      <vt:lpstr>Switch Statement</vt:lpstr>
      <vt:lpstr>Looping Statements</vt:lpstr>
      <vt:lpstr>While Loop</vt:lpstr>
      <vt:lpstr>Do-While Loop</vt:lpstr>
      <vt:lpstr>Break and Continue</vt:lpstr>
      <vt:lpstr>While vs Do-While</vt:lpstr>
      <vt:lpstr>Getting User Input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2025-09-03T05:18:55Z</dcterms:modified>
  <cp:category/>
</cp:coreProperties>
</file>