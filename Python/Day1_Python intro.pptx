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7" r:id="rId4"/>
    <p:sldId id="258" r:id="rId5"/>
    <p:sldId id="259" r:id="rId6"/>
    <p:sldId id="260" r:id="rId7"/>
    <p:sldId id="264" r:id="rId8"/>
    <p:sldId id="265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98912A5D-EFF1-4E23-99CB-E3B704C1CE2F}" type="datetimeFigureOut">
              <a:rPr lang="en-IN" smtClean="0"/>
            </a:fld>
            <a:endParaRPr lang="en-I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B8D89BB-1A70-4CF4-A665-32F486B8829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High-level programming language: Easy to learn and use, with a simple syntax.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Interpreted language: Code is executed line-by-line, making it easy to write and test.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Object-oriented language: Organizes code using objects and classes.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python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was created in the late 1980s by Guido van Rossum, a Dutch computer programmer. released 1991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Why was Python created?</a:t>
            </a:r>
            <a:endParaRPr lang="en-US" dirty="0"/>
          </a:p>
          <a:p>
            <a:r>
              <a:rPr lang="en-US" dirty="0"/>
              <a:t>1. Easy to learn: Simple and straightforward to understand.</a:t>
            </a:r>
            <a:endParaRPr lang="en-US" dirty="0"/>
          </a:p>
          <a:p>
            <a:r>
              <a:rPr lang="en-US" dirty="0"/>
              <a:t>2. Efficient: Can get the job done quickly and effectively.</a:t>
            </a:r>
            <a:endParaRPr lang="en-US" dirty="0"/>
          </a:p>
          <a:p>
            <a:r>
              <a:rPr lang="en-US" dirty="0"/>
              <a:t>3. Versatile: Can be used for many different tasks and projects.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PYTHON?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Simple and intuitive syntax—ideal for beginners 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Free and open‑source, with strong community support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High productivity and fast development cycles 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Wide-ranging applications: web dev, data science, automation,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Extensible: integrates with C, C++, Java, etc.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USES PYTHON?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Organizations like 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Google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NASA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Dropbox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IBM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Instagram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Reddit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Mozilla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python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Easy to Learn: Simple syntax and forgiving nature.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High-Level Language: Abstracts away low-level details, focusing on logic.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Interpreted Language: Code is executed line-by-line, making development faster.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Object-Oriented: Organizes code using objects and classes.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Dynamic Typing: No need to declare variable types before use.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Large Standard Library: Includes modules for various tasks, such as file I/O and networking.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Cross-Platform: Runs on multiple operating systems, including Windows, macOS, and Linux.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Interpreter vs Compiler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1377295" cy="6179185"/>
          </a:xfrm>
        </p:spPr>
        <p:txBody>
          <a:bodyPr>
            <a:normAutofit fontScale="72500"/>
          </a:bodyPr>
          <a:lstStyle/>
          <a:p>
            <a:r>
              <a:rPr lang="en-US" dirty="0"/>
              <a:t>Interpreter (Python):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Line-by-line execution: Code is executed directly by the interpreter.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 separate compilation step: Code is interpreted and executed simultaneously.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Faster development: Changes can be tested quickly without recompilation.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typing: Type checking occurs at runtime.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Compiler (e.g., C++):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Compilation step: Code is compiled into machine code before execution.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Separate compilation and execution: Code is compiled into an executable file.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Faster execution: Compiled code can run faster since it's already in machine code.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Static typing: Type checking occurs at compile-time.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266334"/>
          </a:xfrm>
        </p:spPr>
        <p:txBody>
          <a:bodyPr/>
          <a:lstStyle/>
          <a:p>
            <a:r>
              <a:rPr lang="en-US" dirty="0"/>
              <a:t>Python used in various domains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1855"/>
            <a:ext cx="10603230" cy="69430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Web Development: Building web applications and web services using frameworks like Django and Flask</a:t>
            </a:r>
            <a:endParaRPr lang="en-US" sz="222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Data Science and Analytics: Data analysis, machine learning, and visualization using libraries like NumPy, pandas, and scikit-learn.</a:t>
            </a:r>
            <a:endParaRPr lang="en-US" sz="222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Artificial Intelligence and Machine Learning: Building AI and ML models using libraries like TensorFlow, </a:t>
            </a:r>
            <a:r>
              <a:rPr lang="en-US" sz="2220" dirty="0" err="1"/>
              <a:t>Keras</a:t>
            </a:r>
            <a:r>
              <a:rPr lang="en-US" sz="2220" dirty="0"/>
              <a:t>, and </a:t>
            </a:r>
            <a:r>
              <a:rPr lang="en-US" sz="2220" dirty="0" err="1"/>
              <a:t>PyTorch</a:t>
            </a:r>
            <a:r>
              <a:rPr lang="en-US" sz="2220" dirty="0"/>
              <a:t>.</a:t>
            </a:r>
            <a:endParaRPr lang="en-US" sz="222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Scientific Computing: Scientific simulations, data analysis, and visualization using libraries like NumPy, SciPy, and Matplotlib.</a:t>
            </a:r>
            <a:endParaRPr lang="en-US" sz="222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Finance: Financial analysis, trading, and risk management.</a:t>
            </a:r>
            <a:endParaRPr lang="en-US" sz="222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Game Development: Building games using libraries like </a:t>
            </a:r>
            <a:r>
              <a:rPr lang="en-US" sz="2220" dirty="0" err="1"/>
              <a:t>Pygame</a:t>
            </a:r>
            <a:r>
              <a:rPr lang="en-US" sz="2220" dirty="0"/>
              <a:t>.</a:t>
            </a:r>
            <a:endParaRPr lang="en-US" sz="222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20" dirty="0"/>
              <a:t>Network Security: Network security testing and penetration testing.</a:t>
            </a:r>
            <a:endParaRPr lang="en-US" sz="2220" dirty="0"/>
          </a:p>
          <a:p>
            <a:endParaRPr lang="en-IN" sz="2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PYTHON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IDLE, CLI (python), or IDEs like VS Code/PyCharm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Sample Program: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print(“Welcome to workshop”)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2877</Words>
  <Application>WPS Presentation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Tw Cen MT</vt:lpstr>
      <vt:lpstr>Wingdings 3</vt:lpstr>
      <vt:lpstr>Tw Cen MT Condensed</vt:lpstr>
      <vt:lpstr>Microsoft YaHei</vt:lpstr>
      <vt:lpstr>Arial Unicode MS</vt:lpstr>
      <vt:lpstr>Calibri</vt:lpstr>
      <vt:lpstr>Blue Waves</vt:lpstr>
      <vt:lpstr>PYTHON introduction</vt:lpstr>
      <vt:lpstr>WHAT IS PYTHON?</vt:lpstr>
      <vt:lpstr>History of python</vt:lpstr>
      <vt:lpstr>WHY LEARN PYTHON?</vt:lpstr>
      <vt:lpstr>Who USES PYTHON?</vt:lpstr>
      <vt:lpstr>Features of python</vt:lpstr>
      <vt:lpstr>Interpreter vs Compiler</vt:lpstr>
      <vt:lpstr>Python used in various domains</vt:lpstr>
      <vt:lpstr>Running PYTHON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m</dc:creator>
  <cp:lastModifiedBy>Jeeva vaishnavi</cp:lastModifiedBy>
  <cp:revision>5</cp:revision>
  <dcterms:created xsi:type="dcterms:W3CDTF">2025-07-04T16:25:00Z</dcterms:created>
  <dcterms:modified xsi:type="dcterms:W3CDTF">2025-11-24T11:44:38Z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31D2E6931CE54E5492A8C819AD9855E6_12</vt:lpwstr>
  </property>
  <property fmtid="{D5CDD505-2E9C-101B-9397-08002B2CF9AE}" pid="3" name="KSOProductBuildVer">
    <vt:lpwstr>1033-12.2.0.23155</vt:lpwstr>
  </property>
</Properties>
</file>